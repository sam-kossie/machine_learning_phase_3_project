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65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5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08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21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6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8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36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0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6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51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5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4628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10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5170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38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68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9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8C1D2-9962-4B94-9926-FCE09A6A12D7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3BACC26C-392E-4088-9FB0-B285E3D92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64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6" r:id="rId1"/>
    <p:sldLayoutId id="2147484367" r:id="rId2"/>
    <p:sldLayoutId id="2147484368" r:id="rId3"/>
    <p:sldLayoutId id="2147484369" r:id="rId4"/>
    <p:sldLayoutId id="2147484370" r:id="rId5"/>
    <p:sldLayoutId id="2147484371" r:id="rId6"/>
    <p:sldLayoutId id="2147484372" r:id="rId7"/>
    <p:sldLayoutId id="2147484373" r:id="rId8"/>
    <p:sldLayoutId id="2147484374" r:id="rId9"/>
    <p:sldLayoutId id="2147484375" r:id="rId10"/>
    <p:sldLayoutId id="2147484376" r:id="rId11"/>
    <p:sldLayoutId id="2147484377" r:id="rId12"/>
    <p:sldLayoutId id="2147484378" r:id="rId13"/>
    <p:sldLayoutId id="2147484379" r:id="rId14"/>
    <p:sldLayoutId id="2147484380" r:id="rId15"/>
    <p:sldLayoutId id="214748438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16624-4890-EA1F-02CE-E3FB25235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1053"/>
            <a:ext cx="9144000" cy="88346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PHASE 3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81027-723E-9C85-FF2C-9F0022767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92969"/>
            <a:ext cx="9144000" cy="3364832"/>
          </a:xfrm>
        </p:spPr>
        <p:txBody>
          <a:bodyPr>
            <a:normAutofit/>
          </a:bodyPr>
          <a:lstStyle/>
          <a:p>
            <a:r>
              <a:rPr lang="en-US" b="1" dirty="0"/>
              <a:t>SAMANTHA JEPKOSGEI</a:t>
            </a:r>
          </a:p>
          <a:p>
            <a:r>
              <a:rPr lang="en-US" b="1" dirty="0"/>
              <a:t>DATA SCIENCE PT (DSF-PT13)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519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5E6A1-ED97-8E29-C87F-F0DCA2473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Project Overview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7F657-A572-AB62-659D-A1AC7DA7C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Title:</a:t>
            </a:r>
            <a:r>
              <a:rPr lang="en-US" dirty="0"/>
              <a:t> </a:t>
            </a:r>
            <a:r>
              <a:rPr lang="en-US" dirty="0" err="1"/>
              <a:t>SyriaTel</a:t>
            </a:r>
            <a:r>
              <a:rPr lang="en-US" dirty="0"/>
              <a:t> Customer Churn Prediction: Strategic Retention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Prepared for:</a:t>
            </a:r>
            <a:r>
              <a:rPr lang="en-US" dirty="0"/>
              <a:t> Customer Retention Department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To decrease revenue loss by proactively identifying customers at risk of leaving (churning) for competitors.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129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AAEB-CE2E-BF6F-9B12-E0A83D189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211"/>
            <a:ext cx="10515600" cy="138275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&amp; Data Understanding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4B4A41-97E2-6D1A-746F-4408793511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400" y="1907061"/>
            <a:ext cx="1030877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loss directly impacts market share and revenue. It is significantly more cost-effective to retain an existing customer than to acquire a new one.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predictive model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Recall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We want to minimize "missed opportunities"—catching as many potential churners as possible.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*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3,333 customer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Analyzed usage (minutes across day, evening, and night), service plans (international and voicemail), and direct interactions (customer service calls).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80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24DC-60C5-A007-099E-F281B93F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85058"/>
            <a:ext cx="9905998" cy="78377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Modeling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A159FB-813A-F28F-023A-A92028032A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8799" y="2350243"/>
            <a:ext cx="836022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utilized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our primary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Logistic Regression?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offers high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For business stakeholders, this means we can clearly see which specific behaviors drive a customer to leave rather than just getting a "yes/no" answer.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applied "balanced weights" to the model to ensure it properly learned from the 14.5% minority of customers who churn.</a:t>
            </a:r>
          </a:p>
        </p:txBody>
      </p:sp>
    </p:spTree>
    <p:extLst>
      <p:ext uri="{BB962C8B-B14F-4D97-AF65-F5344CB8AC3E}">
        <p14:creationId xmlns:p14="http://schemas.microsoft.com/office/powerpoint/2010/main" val="1110098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F0D6-AA2C-5D9F-DFB4-854DAD7A1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85058"/>
            <a:ext cx="9603275" cy="71845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00B101-B25D-BCD8-8E56-40DE4B1FB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9829" y="1877987"/>
            <a:ext cx="869768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Metrics: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Recall: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74% — Our model successfully identified nearly three-quarters of all actual churners.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76% overall.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Trade-off: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catch more churners (High Recall), we accept a lower "Precision" (35%). This means we will offer retention incentives to some customers who might not have left, but we drastically reduce the number of customers who leave without any intervention.</a:t>
            </a:r>
          </a:p>
        </p:txBody>
      </p:sp>
    </p:spTree>
    <p:extLst>
      <p:ext uri="{BB962C8B-B14F-4D97-AF65-F5344CB8AC3E}">
        <p14:creationId xmlns:p14="http://schemas.microsoft.com/office/powerpoint/2010/main" val="1304258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4D26-F4C2-0E1C-B52E-0A0EDA91A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277B8A-7AF0-4D4C-840A-AC4A95C532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6"/>
            <a:ext cx="948782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"3-Call Threshold":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service calls were a top predictor of churn.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SyriaTel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should implement a protocol where any customer reaching 3 support calls receives an automatic follow-up from a senior specialist.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Daytime Usage Incentives: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daytime usage is strongly linked to churn. We recommend offering "Free Daytime Minutes" rewards or loyalty discounts for high-volume users to reduce price sensitivity.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 Optimization: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"International Plan" showed high churn when usage was low. Suggesting a downgrade to more appropriate plans for these users can build trust and prevent dissatisfaction.</a:t>
            </a:r>
          </a:p>
        </p:txBody>
      </p:sp>
    </p:spTree>
    <p:extLst>
      <p:ext uri="{BB962C8B-B14F-4D97-AF65-F5344CB8AC3E}">
        <p14:creationId xmlns:p14="http://schemas.microsoft.com/office/powerpoint/2010/main" val="3204469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FCFD2-B5D5-E919-CF87-AE45B75FC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770" y="1012371"/>
            <a:ext cx="9427029" cy="4506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THANK YOU!  </a:t>
            </a:r>
          </a:p>
        </p:txBody>
      </p:sp>
    </p:spTree>
    <p:extLst>
      <p:ext uri="{BB962C8B-B14F-4D97-AF65-F5344CB8AC3E}">
        <p14:creationId xmlns:p14="http://schemas.microsoft.com/office/powerpoint/2010/main" val="3233381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415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    PHASE 3 PROJECT</vt:lpstr>
      <vt:lpstr>               Project Overview</vt:lpstr>
      <vt:lpstr>Business &amp; Data Understanding</vt:lpstr>
      <vt:lpstr>                        Modeling</vt:lpstr>
      <vt:lpstr>                          Evaluation </vt:lpstr>
      <vt:lpstr>               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jepkosgei samantha</dc:creator>
  <cp:lastModifiedBy>jepkosgei samantha</cp:lastModifiedBy>
  <cp:revision>1</cp:revision>
  <dcterms:created xsi:type="dcterms:W3CDTF">2026-02-12T09:14:43Z</dcterms:created>
  <dcterms:modified xsi:type="dcterms:W3CDTF">2026-02-12T09:35:43Z</dcterms:modified>
</cp:coreProperties>
</file>